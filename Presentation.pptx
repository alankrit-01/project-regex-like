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0102ED-B0F5-F012-8C66-DB99B5754BD3}" v="724" dt="2024-12-05T06:24:53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ea typeface="+mj-lt"/>
                <a:cs typeface="+mj-lt"/>
              </a:rPr>
              <a:t>Rule-based rewriting of REGEX Into LIKE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Anjesh Narwal, 24421</a:t>
            </a:r>
          </a:p>
          <a:p>
            <a:r>
              <a:rPr lang="en-US" dirty="0"/>
              <a:t>Amandeep </a:t>
            </a:r>
            <a:r>
              <a:rPr lang="en-US" dirty="0" err="1"/>
              <a:t>Nokhwal</a:t>
            </a:r>
            <a:r>
              <a:rPr lang="en-US" dirty="0"/>
              <a:t>, 24144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A855-6921-ECD7-698F-8E2ACAF5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>
                <a:ea typeface="+mj-lt"/>
                <a:cs typeface="+mj-lt"/>
              </a:rPr>
              <a:t>Definition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A87D4-7C88-40A1-7B2F-0D8ADDFFB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>
                <a:ea typeface="+mn-lt"/>
                <a:cs typeface="+mn-lt"/>
              </a:rPr>
              <a:t>LIKE – Simple pattern matching and computationally inexpensive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REGEX- complex pattern matching and computationally expensive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Convert a REGEX pattern search into an equivalent set of LIKE pattern searches using logical transformation rules.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33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DDA8-0CE7-586C-3761-9DCCD1FD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6A261-3CAD-1F49-4F47-E2D9FF128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Regex evaluation- Backtracking/Finite automata </a:t>
            </a:r>
            <a:r>
              <a:rPr lang="en-US"/>
              <a:t>approach</a:t>
            </a:r>
            <a:endParaRPr lang="en-US" dirty="0"/>
          </a:p>
          <a:p>
            <a:pPr marL="383540" indent="-383540"/>
            <a:r>
              <a:rPr lang="en-US" dirty="0"/>
              <a:t>LIKE query such as '</a:t>
            </a:r>
            <a:r>
              <a:rPr lang="en-US" dirty="0" err="1"/>
              <a:t>abc</a:t>
            </a:r>
            <a:r>
              <a:rPr lang="en-US" dirty="0"/>
              <a:t>%' can use index on the column for faster 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818786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6CFF-254B-D7D1-DF36-CB778A3D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3F869-B644-4A04-FAE2-C2556FADE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Transform the REGEX query into simpler LIKE statements and for the part which can not be handled by LIKE use regex.  </a:t>
            </a:r>
          </a:p>
          <a:p>
            <a:pPr marL="383540" indent="-383540"/>
            <a:r>
              <a:rPr lang="en-US" dirty="0">
                <a:solidFill>
                  <a:srgbClr val="191B0E"/>
                </a:solidFill>
                <a:ea typeface="+mn-lt"/>
                <a:cs typeface="+mn-lt"/>
              </a:rPr>
              <a:t>SELECT </a:t>
            </a:r>
            <a:r>
              <a:rPr lang="en-US" dirty="0" err="1">
                <a:solidFill>
                  <a:srgbClr val="191B0E"/>
                </a:solidFill>
                <a:ea typeface="+mn-lt"/>
                <a:cs typeface="+mn-lt"/>
              </a:rPr>
              <a:t>string_column</a:t>
            </a:r>
            <a:r>
              <a:rPr lang="en-US" dirty="0">
                <a:solidFill>
                  <a:srgbClr val="191B0E"/>
                </a:solidFill>
                <a:ea typeface="+mn-lt"/>
                <a:cs typeface="+mn-lt"/>
              </a:rPr>
              <a:t> FROM TABLE WHERE REGEXP_LIKE(string_column,`^</a:t>
            </a:r>
            <a:r>
              <a:rPr lang="en-US" dirty="0" err="1">
                <a:solidFill>
                  <a:srgbClr val="191B0E"/>
                </a:solidFill>
                <a:ea typeface="+mn-lt"/>
                <a:cs typeface="+mn-lt"/>
              </a:rPr>
              <a:t>abc</a:t>
            </a:r>
            <a:r>
              <a:rPr lang="en-US" dirty="0">
                <a:solidFill>
                  <a:srgbClr val="191B0E"/>
                </a:solidFill>
                <a:ea typeface="+mn-lt"/>
                <a:cs typeface="+mn-lt"/>
              </a:rPr>
              <a:t>*$`)</a:t>
            </a:r>
          </a:p>
          <a:p>
            <a:pPr marL="383540" indent="-383540"/>
            <a:r>
              <a:rPr lang="en-US" dirty="0">
                <a:solidFill>
                  <a:srgbClr val="191B0E"/>
                </a:solidFill>
                <a:ea typeface="+mn-lt"/>
                <a:cs typeface="+mn-lt"/>
              </a:rPr>
              <a:t>SELECT </a:t>
            </a:r>
            <a:r>
              <a:rPr lang="en-US" err="1">
                <a:solidFill>
                  <a:srgbClr val="191B0E"/>
                </a:solidFill>
                <a:ea typeface="+mn-lt"/>
                <a:cs typeface="+mn-lt"/>
              </a:rPr>
              <a:t>string_column</a:t>
            </a:r>
            <a:r>
              <a:rPr lang="en-US" dirty="0">
                <a:solidFill>
                  <a:srgbClr val="191B0E"/>
                </a:solidFill>
                <a:ea typeface="+mn-lt"/>
                <a:cs typeface="+mn-lt"/>
              </a:rPr>
              <a:t> FROM TABLE WHERE </a:t>
            </a:r>
            <a:r>
              <a:rPr lang="en-US" err="1">
                <a:solidFill>
                  <a:srgbClr val="191B0E"/>
                </a:solidFill>
                <a:ea typeface="+mn-lt"/>
                <a:cs typeface="+mn-lt"/>
              </a:rPr>
              <a:t>string_column</a:t>
            </a:r>
            <a:r>
              <a:rPr lang="en-US" dirty="0">
                <a:solidFill>
                  <a:srgbClr val="191B0E"/>
                </a:solidFill>
                <a:ea typeface="+mn-lt"/>
                <a:cs typeface="+mn-lt"/>
              </a:rPr>
              <a:t> LIKE `ab%` AND REGEXP_LIKE(</a:t>
            </a:r>
            <a:r>
              <a:rPr lang="en-US" err="1">
                <a:solidFill>
                  <a:srgbClr val="191B0E"/>
                </a:solidFill>
                <a:ea typeface="+mn-lt"/>
                <a:cs typeface="+mn-lt"/>
              </a:rPr>
              <a:t>string_column</a:t>
            </a:r>
            <a:r>
              <a:rPr lang="en-US" dirty="0">
                <a:solidFill>
                  <a:srgbClr val="191B0E"/>
                </a:solidFill>
                <a:ea typeface="+mn-lt"/>
                <a:cs typeface="+mn-lt"/>
              </a:rPr>
              <a:t>,` </a:t>
            </a:r>
            <a:r>
              <a:rPr lang="en-US" err="1">
                <a:solidFill>
                  <a:srgbClr val="191B0E"/>
                </a:solidFill>
                <a:ea typeface="+mn-lt"/>
                <a:cs typeface="+mn-lt"/>
              </a:rPr>
              <a:t>abc</a:t>
            </a:r>
            <a:r>
              <a:rPr lang="en-US" dirty="0">
                <a:solidFill>
                  <a:srgbClr val="191B0E"/>
                </a:solidFill>
                <a:ea typeface="+mn-lt"/>
                <a:cs typeface="+mn-lt"/>
              </a:rPr>
              <a:t>*$`)</a:t>
            </a:r>
          </a:p>
          <a:p>
            <a:pPr marL="383540" indent="-383540"/>
            <a:r>
              <a:rPr lang="en-US" dirty="0">
                <a:solidFill>
                  <a:srgbClr val="191B0E"/>
                </a:solidFill>
                <a:latin typeface="Franklin Gothic Book"/>
              </a:rPr>
              <a:t>LIKE can't handle repeated matching.</a:t>
            </a:r>
          </a:p>
          <a:p>
            <a:pPr marL="383540" indent="-383540"/>
            <a:r>
              <a:rPr lang="en-US" dirty="0">
                <a:solidFill>
                  <a:srgbClr val="191B0E"/>
                </a:solidFill>
                <a:latin typeface="Franklin Gothic Book"/>
              </a:rPr>
              <a:t>Troublesome operators- *,+,{</a:t>
            </a:r>
            <a:r>
              <a:rPr lang="en-US" dirty="0" err="1">
                <a:solidFill>
                  <a:srgbClr val="191B0E"/>
                </a:solidFill>
                <a:latin typeface="Franklin Gothic Book"/>
              </a:rPr>
              <a:t>n,m</a:t>
            </a:r>
            <a:r>
              <a:rPr lang="en-US" dirty="0">
                <a:solidFill>
                  <a:srgbClr val="191B0E"/>
                </a:solidFill>
                <a:latin typeface="Franklin Gothic Book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8461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9CA6-34AF-B426-BA38-25F1ACF0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72D10-ABDE-6BDD-6223-02878D1B6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>
                <a:ea typeface="+mn-lt"/>
                <a:cs typeface="+mn-lt"/>
              </a:rPr>
              <a:t>OBSERVATION: In the regex if have two repeating groups and in between there is a fixed pattern to match, i.e. (</a:t>
            </a:r>
            <a:r>
              <a:rPr lang="en-US" dirty="0" err="1">
                <a:ea typeface="+mn-lt"/>
                <a:cs typeface="+mn-lt"/>
              </a:rPr>
              <a:t>abc</a:t>
            </a:r>
            <a:r>
              <a:rPr lang="en-US" dirty="0">
                <a:ea typeface="+mn-lt"/>
                <a:cs typeface="+mn-lt"/>
              </a:rPr>
              <a:t>)*d(</a:t>
            </a:r>
            <a:r>
              <a:rPr lang="en-US" dirty="0" err="1">
                <a:ea typeface="+mn-lt"/>
                <a:cs typeface="+mn-lt"/>
              </a:rPr>
              <a:t>gh</a:t>
            </a:r>
            <a:r>
              <a:rPr lang="en-US" dirty="0">
                <a:ea typeface="+mn-lt"/>
                <a:cs typeface="+mn-lt"/>
              </a:rPr>
              <a:t>)* . We cannot represent the fixed pattern (`d` here) with LIKE statement.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Input query-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SELECT 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FROM TABLE WHERE REGEXP_LIKE (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, `^a[</a:t>
            </a:r>
            <a:r>
              <a:rPr lang="en-US" dirty="0" err="1">
                <a:ea typeface="+mn-lt"/>
                <a:cs typeface="+mn-lt"/>
              </a:rPr>
              <a:t>pq</a:t>
            </a:r>
            <a:r>
              <a:rPr lang="en-US" dirty="0">
                <a:ea typeface="+mn-lt"/>
                <a:cs typeface="+mn-lt"/>
              </a:rPr>
              <a:t>]c(ab)*(</a:t>
            </a:r>
            <a:r>
              <a:rPr lang="en-US" dirty="0" err="1">
                <a:ea typeface="+mn-lt"/>
                <a:cs typeface="+mn-lt"/>
              </a:rPr>
              <a:t>gh</a:t>
            </a:r>
            <a:r>
              <a:rPr lang="en-US" dirty="0">
                <a:ea typeface="+mn-lt"/>
                <a:cs typeface="+mn-lt"/>
              </a:rPr>
              <a:t>)* </a:t>
            </a:r>
            <a:r>
              <a:rPr lang="en-US" dirty="0" err="1">
                <a:ea typeface="+mn-lt"/>
                <a:cs typeface="+mn-lt"/>
              </a:rPr>
              <a:t>xyzp</a:t>
            </a:r>
            <a:r>
              <a:rPr lang="en-US" dirty="0">
                <a:ea typeface="+mn-lt"/>
                <a:cs typeface="+mn-lt"/>
              </a:rPr>
              <a:t>*</a:t>
            </a:r>
            <a:r>
              <a:rPr lang="en-US" dirty="0" err="1">
                <a:ea typeface="+mn-lt"/>
                <a:cs typeface="+mn-lt"/>
              </a:rPr>
              <a:t>lmn</a:t>
            </a:r>
            <a:r>
              <a:rPr lang="en-US" dirty="0">
                <a:ea typeface="+mn-lt"/>
                <a:cs typeface="+mn-lt"/>
              </a:rPr>
              <a:t>$`)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Transformed Query-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SELECT 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FROM TABLE WHERE (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LIKE `</a:t>
            </a:r>
            <a:r>
              <a:rPr lang="en-US" dirty="0" err="1">
                <a:ea typeface="+mn-lt"/>
                <a:cs typeface="+mn-lt"/>
              </a:rPr>
              <a:t>apc</a:t>
            </a:r>
            <a:r>
              <a:rPr lang="en-US" dirty="0">
                <a:ea typeface="+mn-lt"/>
                <a:cs typeface="+mn-lt"/>
              </a:rPr>
              <a:t>` OR 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LIKE `</a:t>
            </a:r>
            <a:r>
              <a:rPr lang="en-US" dirty="0" err="1">
                <a:ea typeface="+mn-lt"/>
                <a:cs typeface="+mn-lt"/>
              </a:rPr>
              <a:t>aqc</a:t>
            </a:r>
            <a:r>
              <a:rPr lang="en-US" dirty="0">
                <a:ea typeface="+mn-lt"/>
                <a:cs typeface="+mn-lt"/>
              </a:rPr>
              <a:t>`) AND (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LIKE `</a:t>
            </a:r>
            <a:r>
              <a:rPr lang="en-US" dirty="0" err="1">
                <a:ea typeface="+mn-lt"/>
                <a:cs typeface="+mn-lt"/>
              </a:rPr>
              <a:t>lmn</a:t>
            </a:r>
            <a:r>
              <a:rPr lang="en-US" dirty="0">
                <a:ea typeface="+mn-lt"/>
                <a:cs typeface="+mn-lt"/>
              </a:rPr>
              <a:t>`) AND ( REGEXP_LIKE (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, `^a[</a:t>
            </a:r>
            <a:r>
              <a:rPr lang="en-US" dirty="0" err="1">
                <a:ea typeface="+mn-lt"/>
                <a:cs typeface="+mn-lt"/>
              </a:rPr>
              <a:t>pq</a:t>
            </a:r>
            <a:r>
              <a:rPr lang="en-US" dirty="0">
                <a:ea typeface="+mn-lt"/>
                <a:cs typeface="+mn-lt"/>
              </a:rPr>
              <a:t>]c(ab)*(</a:t>
            </a:r>
            <a:r>
              <a:rPr lang="en-US" dirty="0" err="1">
                <a:ea typeface="+mn-lt"/>
                <a:cs typeface="+mn-lt"/>
              </a:rPr>
              <a:t>gh</a:t>
            </a:r>
            <a:r>
              <a:rPr lang="en-US" dirty="0">
                <a:ea typeface="+mn-lt"/>
                <a:cs typeface="+mn-lt"/>
              </a:rPr>
              <a:t>)* </a:t>
            </a:r>
            <a:r>
              <a:rPr lang="en-US" dirty="0" err="1">
                <a:ea typeface="+mn-lt"/>
                <a:cs typeface="+mn-lt"/>
              </a:rPr>
              <a:t>xyzp</a:t>
            </a:r>
            <a:r>
              <a:rPr lang="en-US" dirty="0">
                <a:ea typeface="+mn-lt"/>
                <a:cs typeface="+mn-lt"/>
              </a:rPr>
              <a:t>*</a:t>
            </a:r>
            <a:r>
              <a:rPr lang="en-US" dirty="0" err="1">
                <a:ea typeface="+mn-lt"/>
                <a:cs typeface="+mn-lt"/>
              </a:rPr>
              <a:t>lmn</a:t>
            </a:r>
            <a:r>
              <a:rPr lang="en-US" dirty="0">
                <a:ea typeface="+mn-lt"/>
                <a:cs typeface="+mn-lt"/>
              </a:rPr>
              <a:t>$`))</a:t>
            </a:r>
          </a:p>
        </p:txBody>
      </p:sp>
    </p:spTree>
    <p:extLst>
      <p:ext uri="{BB962C8B-B14F-4D97-AF65-F5344CB8AC3E}">
        <p14:creationId xmlns:p14="http://schemas.microsoft.com/office/powerpoint/2010/main" val="3060426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9CA6-34AF-B426-BA38-25F1ACF0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72D10-ABDE-6BDD-6223-02878D1B6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dirty="0">
                <a:ea typeface="+mn-lt"/>
                <a:cs typeface="+mn-lt"/>
              </a:rPr>
              <a:t>Input query-</a:t>
            </a:r>
            <a:endParaRPr lang="en-US" dirty="0"/>
          </a:p>
          <a:p>
            <a:pPr marL="383540" indent="-383540"/>
            <a:r>
              <a:rPr lang="en-US" dirty="0">
                <a:ea typeface="+mn-lt"/>
                <a:cs typeface="+mn-lt"/>
              </a:rPr>
              <a:t>SELECT 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FROM TABLE WHERE REGEXP_LIKE (string_column, `^ab[de]$)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Transformed Query-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SELECT 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FROM TABLE WHERE (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LIKE `</a:t>
            </a:r>
            <a:r>
              <a:rPr lang="en-US" dirty="0" err="1">
                <a:ea typeface="+mn-lt"/>
                <a:cs typeface="+mn-lt"/>
              </a:rPr>
              <a:t>abd</a:t>
            </a:r>
            <a:r>
              <a:rPr lang="en-US" dirty="0">
                <a:ea typeface="+mn-lt"/>
                <a:cs typeface="+mn-lt"/>
              </a:rPr>
              <a:t>` OR </a:t>
            </a:r>
            <a:r>
              <a:rPr lang="en-US" dirty="0" err="1">
                <a:ea typeface="+mn-lt"/>
                <a:cs typeface="+mn-lt"/>
              </a:rPr>
              <a:t>string_column</a:t>
            </a:r>
            <a:r>
              <a:rPr lang="en-US" dirty="0">
                <a:ea typeface="+mn-lt"/>
                <a:cs typeface="+mn-lt"/>
              </a:rPr>
              <a:t> LIKE `</a:t>
            </a:r>
            <a:r>
              <a:rPr lang="en-US" dirty="0" err="1">
                <a:ea typeface="+mn-lt"/>
                <a:cs typeface="+mn-lt"/>
              </a:rPr>
              <a:t>abe</a:t>
            </a:r>
            <a:r>
              <a:rPr lang="en-US" dirty="0">
                <a:ea typeface="+mn-lt"/>
                <a:cs typeface="+mn-lt"/>
              </a:rPr>
              <a:t>`) .</a:t>
            </a:r>
          </a:p>
        </p:txBody>
      </p:sp>
    </p:spTree>
    <p:extLst>
      <p:ext uri="{BB962C8B-B14F-4D97-AF65-F5344CB8AC3E}">
        <p14:creationId xmlns:p14="http://schemas.microsoft.com/office/powerpoint/2010/main" val="322770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B2BF-8806-22A2-FCAE-DAE7386B8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91B0E"/>
                </a:solidFill>
                <a:ea typeface="+mj-lt"/>
                <a:cs typeface="+mj-lt"/>
              </a:rPr>
              <a:t>Guidelines for transforming complex regex query to simpler LIKE query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E2935-FDEF-9725-B3D6-5B3BD365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>
                <a:ea typeface="+mn-lt"/>
                <a:cs typeface="+mn-lt"/>
              </a:rPr>
              <a:t>Preprocess the query for handling | operator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Traverse the query to find the first troubling operator and last troubling operator which cannot be converted into LIKE. 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Simplify the part before the first troubling operator take all possible combinations of patterns and use LIKE statements to match any of those using OR operator.</a:t>
            </a:r>
          </a:p>
          <a:p>
            <a:pPr marL="383540" indent="-383540"/>
            <a:r>
              <a:rPr lang="en-US" dirty="0">
                <a:ea typeface="+mn-lt"/>
                <a:cs typeface="+mn-lt"/>
              </a:rPr>
              <a:t>Repeat the same step 3 for the part after the last troubling operator, take all possible combinations of patterns and use LIKE statements to match any of those using OR operator. </a:t>
            </a:r>
            <a:endParaRPr lang="en-US">
              <a:ea typeface="+mn-lt"/>
              <a:cs typeface="+mn-lt"/>
            </a:endParaRPr>
          </a:p>
          <a:p>
            <a:pPr marL="383540" indent="-383540"/>
            <a:r>
              <a:rPr lang="en-US" dirty="0">
                <a:ea typeface="+mn-lt"/>
                <a:cs typeface="+mn-lt"/>
              </a:rPr>
              <a:t>Join these two set of LIKE statements using AND operator and </a:t>
            </a:r>
            <a:r>
              <a:rPr lang="en-US" dirty="0" err="1">
                <a:ea typeface="+mn-lt"/>
                <a:cs typeface="+mn-lt"/>
              </a:rPr>
              <a:t>AND</a:t>
            </a:r>
            <a:r>
              <a:rPr lang="en-US" dirty="0">
                <a:ea typeface="+mn-lt"/>
                <a:cs typeface="+mn-lt"/>
              </a:rPr>
              <a:t> it with regex pattern.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1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EFF9-B63F-3332-C70C-6CE62AC9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Experiment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9FDE-C4EB-38B9-CB48-CE48C775B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>
                <a:ea typeface="+mn-lt"/>
                <a:cs typeface="+mn-lt"/>
              </a:rPr>
              <a:t>In first experiment we tested multiple different regex queries on a database table of size 100,000 with varying output selectivity. Operators used in these queries - (),[],*,+,^,$,|,{}.</a:t>
            </a:r>
          </a:p>
        </p:txBody>
      </p:sp>
      <p:pic>
        <p:nvPicPr>
          <p:cNvPr id="4" name="Picture 3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45D456C0-D465-1188-5333-F59D38A9E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26" y="3428669"/>
            <a:ext cx="9475304" cy="196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1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EFF9-B63F-3332-C70C-6CE62AC9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Experiment 1</a:t>
            </a:r>
            <a:endParaRPr lang="en-US" dirty="0"/>
          </a:p>
        </p:txBody>
      </p:sp>
      <p:pic>
        <p:nvPicPr>
          <p:cNvPr id="5" name="Content Placeholder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123E0ECD-C898-1D8C-4905-6BB2E5333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114" y="1786360"/>
            <a:ext cx="10045147" cy="1910367"/>
          </a:xfrm>
        </p:spPr>
      </p:pic>
      <p:pic>
        <p:nvPicPr>
          <p:cNvPr id="3" name="Picture 2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D5AEEC2F-B2F2-685B-6CF3-EAE9F319A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081" y="3847209"/>
            <a:ext cx="8998226" cy="236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3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FFE9-001C-069A-1215-70A14E3BC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E2C5-97E7-1284-B809-E1B7A8438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>
                <a:ea typeface="+mn-lt"/>
                <a:cs typeface="+mn-lt"/>
              </a:rPr>
              <a:t>In the second experiment we fixed a query and varied the selectivity to analyze how the selectivity of the query affects the running time of transformed query.</a:t>
            </a:r>
          </a:p>
          <a:p>
            <a:pPr marL="383540" indent="-383540"/>
            <a:endParaRPr lang="en-US" dirty="0"/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A93E6C9-1EDA-5859-F1B7-7078A812E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392" y="3132226"/>
            <a:ext cx="9077738" cy="21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40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FFE9-001C-069A-1215-70A14E3BC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E2C5-97E7-1284-B809-E1B7A8438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endParaRPr lang="en-US" dirty="0">
              <a:ea typeface="+mn-lt"/>
              <a:cs typeface="+mn-lt"/>
            </a:endParaRPr>
          </a:p>
          <a:p>
            <a:pPr marL="383540" indent="-383540"/>
            <a:endParaRPr lang="en-US" dirty="0"/>
          </a:p>
        </p:txBody>
      </p:sp>
      <p:pic>
        <p:nvPicPr>
          <p:cNvPr id="5" name="Picture 4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1FF00782-2EDF-8B52-0E41-BE28AE464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3" y="1605791"/>
            <a:ext cx="9172575" cy="2162175"/>
          </a:xfrm>
          <a:prstGeom prst="rect">
            <a:avLst/>
          </a:prstGeom>
        </p:spPr>
      </p:pic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BABFEBE-39D1-D83E-50ED-2A2F4734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354" y="4075316"/>
            <a:ext cx="9170504" cy="212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8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C5E6-7F1D-3EF7-DA38-AEA11786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8E5B1-332E-BB5E-EA0C-2BC007AC5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en-US" dirty="0"/>
              <a:t>For real world applications and average case where selectivity of regex pattern matching is on the lower side, the transformed regex query perform better than the original complex query.</a:t>
            </a:r>
          </a:p>
          <a:p>
            <a:pPr marL="383540" indent="-383540"/>
            <a:r>
              <a:rPr lang="en-US" dirty="0"/>
              <a:t>As the selectivity decreases the chance of checking regex pattern on column of any row also decreases as parsing only by LIKE will </a:t>
            </a:r>
            <a:r>
              <a:rPr lang="en-US" dirty="0">
                <a:ea typeface="+mn-lt"/>
                <a:cs typeface="+mn-lt"/>
              </a:rPr>
              <a:t>eliminate </a:t>
            </a:r>
            <a:r>
              <a:rPr lang="en-US" dirty="0"/>
              <a:t>much rows. Hence in expectation our approach will work faster.</a:t>
            </a:r>
          </a:p>
        </p:txBody>
      </p:sp>
    </p:spTree>
    <p:extLst>
      <p:ext uri="{BB962C8B-B14F-4D97-AF65-F5344CB8AC3E}">
        <p14:creationId xmlns:p14="http://schemas.microsoft.com/office/powerpoint/2010/main" val="186095529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83135591EE7B4E9CE8953A9769B5AA" ma:contentTypeVersion="8" ma:contentTypeDescription="Create a new document." ma:contentTypeScope="" ma:versionID="a53329f2d9145ef6005639ea8d844055">
  <xsd:schema xmlns:xsd="http://www.w3.org/2001/XMLSchema" xmlns:xs="http://www.w3.org/2001/XMLSchema" xmlns:p="http://schemas.microsoft.com/office/2006/metadata/properties" xmlns:ns2="b7c451f6-4087-4943-817c-671de9753aab" targetNamespace="http://schemas.microsoft.com/office/2006/metadata/properties" ma:root="true" ma:fieldsID="772fd3c145ad0f606ab675e8f877a1c5" ns2:_="">
    <xsd:import namespace="b7c451f6-4087-4943-817c-671de9753a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c451f6-4087-4943-817c-671de9753a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D82969-64D9-4696-AFFA-7D98A36DEC3F}"/>
</file>

<file path=customXml/itemProps2.xml><?xml version="1.0" encoding="utf-8"?>
<ds:datastoreItem xmlns:ds="http://schemas.openxmlformats.org/officeDocument/2006/customXml" ds:itemID="{0C3E60E2-EDF0-4349-8316-58B9D357F841}"/>
</file>

<file path=customXml/itemProps3.xml><?xml version="1.0" encoding="utf-8"?>
<ds:datastoreItem xmlns:ds="http://schemas.openxmlformats.org/officeDocument/2006/customXml" ds:itemID="{E903D0F0-9014-45A9-B6DC-4FDE0441AF60}"/>
</file>

<file path=docProps/app.xml><?xml version="1.0" encoding="utf-8"?>
<Properties xmlns="http://schemas.openxmlformats.org/officeDocument/2006/extended-properties" xmlns:vt="http://schemas.openxmlformats.org/officeDocument/2006/docPropsVTypes">
  <Template>TF00001241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Crop</vt:lpstr>
      <vt:lpstr>Rule-based rewriting of REGEX Into LIKE</vt:lpstr>
      <vt:lpstr>Problem Definition</vt:lpstr>
      <vt:lpstr>Motivation</vt:lpstr>
      <vt:lpstr>Project goals</vt:lpstr>
      <vt:lpstr>Our Approach </vt:lpstr>
      <vt:lpstr>Our Approach </vt:lpstr>
      <vt:lpstr>Guidelines for transforming complex regex query to simpler LIKE query</vt:lpstr>
      <vt:lpstr>Experiment 1</vt:lpstr>
      <vt:lpstr>Experiment 1</vt:lpstr>
      <vt:lpstr>Experiment 2</vt:lpstr>
      <vt:lpstr>Experiment 2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220</cp:revision>
  <dcterms:created xsi:type="dcterms:W3CDTF">2024-12-05T01:09:12Z</dcterms:created>
  <dcterms:modified xsi:type="dcterms:W3CDTF">2024-12-05T06:25:14Z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0x0101003B83135591EE7B4E9CE8953A9769B5AA</vt:lpwstr>
  </property>
</Properties>
</file>